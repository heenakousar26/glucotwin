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44C0-4AA6-89E4-B284-C4DA54118D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D87D5-D702-49D1-DD15-367C39918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7C110-6E9E-3F8E-82D3-D275AA3B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81C8D-A1D9-0C1C-AB86-A36BC34EF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9453D-921F-EE43-6938-1694F863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857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07498-508E-4D42-32AE-D23C1A3AB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A3893-9677-9AB1-D57E-DFFF23427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11DAD-665C-33D6-3E95-E5FFD7C2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8ED83-9D00-8070-2768-6AA34CD9E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9570-C3A7-7FB3-DEE0-44B45FB0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22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10C8D-0746-76B0-C1B3-DCDDFAC8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1E63E-7AF5-BA04-DF70-BEA4489F4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D4A52-D3EE-05A5-4245-33DF5FE8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4735E-F84F-4CD8-AF23-7B8B0F45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9B221-C064-1123-F12B-AD97D4F3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56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B300-BD73-3E97-2B41-647A9C54D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1BAE7-91C7-2BA4-E275-239D5CD73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3B254-155B-5426-7549-52491BDE3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E3FE7-10CB-1284-F4CB-DB20BBC3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6C96A-2A5D-2E2B-2035-0B9F1A02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A2A3F-3506-E2CA-8D0A-FA9EF335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04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2847-23E0-366D-37AE-89BFC3BC6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E151B-BD57-E69F-065D-6FB27071F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EBD00-F8E2-8048-8193-6CC36AC18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642490-C909-1951-ABE5-C1C4AA072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54418-7126-DC3B-0885-66401F7D0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EC757-155C-9645-85C4-A55127A2F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EB965-B05B-4A1F-B3C4-8CD5F3598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D7960D-A85D-6E3B-6876-C215D8656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41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ED05-913A-8153-8F49-171A35CF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CFE3C-9E22-CB49-7019-0597D890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193A5-2A8A-E86B-D561-E324F87B7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C9348-8C10-8BF9-3B10-09DABB1F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0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386B4E-8CAB-CCC5-7CC9-C928C7B9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DCDBF8-D0C0-1425-D0F5-15C599B9B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0893D-B15E-B3B7-AE40-BAD18B6EA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892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FF30-EEBB-E3D4-6FB0-7865047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E833C-BFF9-0DE1-C6EC-132F4AF7D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71BEC-D9ED-161C-4E66-7594EA750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6B188-22B0-D296-5683-4D3A08D8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C2DC6-1A38-BB80-8B59-C6DB6E79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82D8D-D197-F10E-2C07-13A15BC8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89F9-E3F1-D99C-4182-9442A9A2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2006F-1D29-AFA1-D737-31DDCF6F681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2E3891-6BF7-5DCC-F59E-B880AC38E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868AE-EF51-C2DB-87BF-A0A56206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F2D07A-A435-9640-4175-5847692AE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350C5-001B-2DEA-BC03-E752F22B6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319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184D-A1A2-6A87-0637-5D407DC3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76C64-7413-BF53-59A7-0973ED6F8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52B73-C4A3-F1FD-C98D-A1A7E42D9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2C048-4020-AA07-55E6-208AEC8B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961CA-0AEF-4E5C-DE71-00272899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006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DEF07B-983B-6299-7122-947ABB4775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B7C4C-19B4-EDED-F263-8EEE01990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512D2-F8D7-891C-1EAE-D1125506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A4199-FB07-0D0F-53AB-51D7AFA81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F5683-B891-8F71-DACE-849C7509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074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C65ABD-BAF8-7B02-3D0E-713CAAD1F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48FA9-F598-21F0-2AE3-37E1927AB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A203B-D9BD-B283-BCD3-16E4A067C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B05E5-D0A3-4376-B95C-2A3669F083F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F2BD7-5487-7023-3329-E00109F75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12122-F5E5-F23B-4C23-7861F1F2A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623E5-2EFD-4D48-B3D4-0BC8CC8F9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52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145131-D4E8-39F6-9467-61D519456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697" y="501444"/>
            <a:ext cx="9822426" cy="564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408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Heena Kousar</dc:creator>
  <cp:lastModifiedBy>Heena Kousar</cp:lastModifiedBy>
  <cp:revision>1</cp:revision>
  <dcterms:created xsi:type="dcterms:W3CDTF">2026-10-12T08:52:32Z</dcterms:created>
  <dcterms:modified xsi:type="dcterms:W3CDTF">2026-10-12T08:52:51Z</dcterms:modified>
</cp:coreProperties>
</file>